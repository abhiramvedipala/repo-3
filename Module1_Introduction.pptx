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65" r:id="rId7"/>
    <p:sldId id="304" r:id="rId8"/>
    <p:sldId id="306" r:id="rId9"/>
    <p:sldId id="270" r:id="rId10"/>
    <p:sldId id="317" r:id="rId11"/>
    <p:sldId id="307" r:id="rId12"/>
    <p:sldId id="315" r:id="rId13"/>
    <p:sldId id="301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151954-C434-446D-A8F4-D80F9DC629E1}" v="10" dt="2026-08-24T02:00:59.626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54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76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stavo garcia melero" userId="4215355ab1a09d77" providerId="LiveId" clId="{BD874B2C-7DBF-401E-91C1-3A042633B801}"/>
    <pc:docChg chg="undo custSel addSld delSld modSld sldOrd">
      <pc:chgData name="gustavo garcia melero" userId="4215355ab1a09d77" providerId="LiveId" clId="{BD874B2C-7DBF-401E-91C1-3A042633B801}" dt="2026-08-25T02:53:50.374" v="2490" actId="20577"/>
      <pc:docMkLst>
        <pc:docMk/>
      </pc:docMkLst>
      <pc:sldChg chg="modSp mod">
        <pc:chgData name="gustavo garcia melero" userId="4215355ab1a09d77" providerId="LiveId" clId="{BD874B2C-7DBF-401E-91C1-3A042633B801}" dt="2026-08-24T01:51:24.965" v="2358" actId="20577"/>
        <pc:sldMkLst>
          <pc:docMk/>
          <pc:sldMk cId="713084583" sldId="256"/>
        </pc:sldMkLst>
        <pc:spChg chg="mod">
          <ac:chgData name="gustavo garcia melero" userId="4215355ab1a09d77" providerId="LiveId" clId="{BD874B2C-7DBF-401E-91C1-3A042633B801}" dt="2026-08-24T01:51:24.965" v="2358" actId="20577"/>
          <ac:spMkLst>
            <pc:docMk/>
            <pc:sldMk cId="713084583" sldId="256"/>
            <ac:spMk id="2" creationId="{85458454-C606-9944-8CCF-484BBB244DEC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713084583" sldId="256"/>
            <ac:spMk id="3" creationId="{2551D8B7-7FCC-D244-8FFB-231BA224D1BA}"/>
          </ac:spMkLst>
        </pc:spChg>
      </pc:sldChg>
      <pc:sldChg chg="modSp mod">
        <pc:chgData name="gustavo garcia melero" userId="4215355ab1a09d77" providerId="LiveId" clId="{BD874B2C-7DBF-401E-91C1-3A042633B801}" dt="2026-08-23T18:10:24.455" v="2267" actId="790"/>
        <pc:sldMkLst>
          <pc:docMk/>
          <pc:sldMk cId="2118749023" sldId="257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118749023" sldId="257"/>
            <ac:spMk id="2" creationId="{C576CFC2-9545-0A41-AC7D-59004A63BC06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118749023" sldId="257"/>
            <ac:spMk id="3" creationId="{82B2BDBC-5038-774F-98F4-5BBC86BC5C62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118749023" sldId="257"/>
            <ac:spMk id="4" creationId="{ACD51F18-72C6-8749-B37E-5CE9CC4653A6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118749023" sldId="257"/>
            <ac:spMk id="5" creationId="{42C5D4F3-7F47-D3D2-26C9-9A454E0543F1}"/>
          </ac:spMkLst>
        </pc:spChg>
      </pc:sldChg>
      <pc:sldChg chg="modSp mod">
        <pc:chgData name="gustavo garcia melero" userId="4215355ab1a09d77" providerId="LiveId" clId="{BD874B2C-7DBF-401E-91C1-3A042633B801}" dt="2026-08-25T02:53:50.374" v="2490" actId="20577"/>
        <pc:sldMkLst>
          <pc:docMk/>
          <pc:sldMk cId="2482819625" sldId="265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482819625" sldId="265"/>
            <ac:spMk id="2" creationId="{6723B925-23EF-CF4A-A0DA-746E57A79665}"/>
          </ac:spMkLst>
        </pc:spChg>
        <pc:spChg chg="mod">
          <ac:chgData name="gustavo garcia melero" userId="4215355ab1a09d77" providerId="LiveId" clId="{BD874B2C-7DBF-401E-91C1-3A042633B801}" dt="2026-08-25T02:53:50.374" v="2490" actId="20577"/>
          <ac:spMkLst>
            <pc:docMk/>
            <pc:sldMk cId="2482819625" sldId="265"/>
            <ac:spMk id="3" creationId="{31140BB6-C6F4-C544-90DA-ADAB2F70EEBA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482819625" sldId="265"/>
            <ac:spMk id="4" creationId="{9DAA635A-20B4-9544-90C9-6B2A261EEC00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482819625" sldId="265"/>
            <ac:spMk id="5" creationId="{328CE9DA-EA27-E233-32F9-36610FF0D91B}"/>
          </ac:spMkLst>
        </pc:spChg>
      </pc:sldChg>
      <pc:sldChg chg="modSp mod">
        <pc:chgData name="gustavo garcia melero" userId="4215355ab1a09d77" providerId="LiveId" clId="{BD874B2C-7DBF-401E-91C1-3A042633B801}" dt="2026-08-24T02:00:08.362" v="2489"/>
        <pc:sldMkLst>
          <pc:docMk/>
          <pc:sldMk cId="3482790958" sldId="270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3482790958" sldId="270"/>
            <ac:spMk id="2" creationId="{CA799957-BD2C-8346-AB30-AD17738C454E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3482790958" sldId="270"/>
            <ac:spMk id="3" creationId="{ABFAB0F1-6545-9B95-282F-F947D2A53F4F}"/>
          </ac:spMkLst>
        </pc:spChg>
        <pc:graphicFrameChg chg="mod modGraphic">
          <ac:chgData name="gustavo garcia melero" userId="4215355ab1a09d77" providerId="LiveId" clId="{BD874B2C-7DBF-401E-91C1-3A042633B801}" dt="2026-08-24T02:00:08.362" v="2489"/>
          <ac:graphicFrameMkLst>
            <pc:docMk/>
            <pc:sldMk cId="3482790958" sldId="270"/>
            <ac:graphicFrameMk id="4" creationId="{DF1B5242-F5B9-B14A-AFF2-BD1A4F89C4E3}"/>
          </ac:graphicFrameMkLst>
        </pc:graphicFrameChg>
      </pc:sldChg>
      <pc:sldChg chg="modSp mod">
        <pc:chgData name="gustavo garcia melero" userId="4215355ab1a09d77" providerId="LiveId" clId="{BD874B2C-7DBF-401E-91C1-3A042633B801}" dt="2026-08-23T18:10:24.455" v="2267" actId="790"/>
        <pc:sldMkLst>
          <pc:docMk/>
          <pc:sldMk cId="2596036791" sldId="301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596036791" sldId="301"/>
            <ac:spMk id="2" creationId="{44DF821B-BDD7-3912-CCDB-DC8751283EE3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596036791" sldId="301"/>
            <ac:spMk id="3" creationId="{C59993B4-FC54-2193-7EAC-8FEBDA7CAA51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596036791" sldId="301"/>
            <ac:spMk id="4" creationId="{6FA91F73-8874-FE45-2BE8-813C9736D8B6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596036791" sldId="301"/>
            <ac:spMk id="5" creationId="{312C0B2B-A35F-4357-8501-B8D4E8F3C55A}"/>
          </ac:spMkLst>
        </pc:spChg>
      </pc:sldChg>
      <pc:sldChg chg="modSp mod">
        <pc:chgData name="gustavo garcia melero" userId="4215355ab1a09d77" providerId="LiveId" clId="{BD874B2C-7DBF-401E-91C1-3A042633B801}" dt="2026-08-23T18:10:24.455" v="2267" actId="790"/>
        <pc:sldMkLst>
          <pc:docMk/>
          <pc:sldMk cId="2209461527" sldId="304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209461527" sldId="304"/>
            <ac:spMk id="2" creationId="{E7EC3F1E-4A4D-B4B3-BFBB-C28AE0D38D3E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209461527" sldId="304"/>
            <ac:spMk id="3" creationId="{EAA669A3-B2A4-D259-D352-3A850731CF73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209461527" sldId="304"/>
            <ac:spMk id="4" creationId="{6F610220-0847-D365-2FE8-604DF06D4E9C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2209461527" sldId="304"/>
            <ac:spMk id="5" creationId="{47DEE39D-B74A-8C33-4E73-EF0EE2B6818D}"/>
          </ac:spMkLst>
        </pc:spChg>
      </pc:sldChg>
      <pc:sldChg chg="modSp mod">
        <pc:chgData name="gustavo garcia melero" userId="4215355ab1a09d77" providerId="LiveId" clId="{BD874B2C-7DBF-401E-91C1-3A042633B801}" dt="2026-08-23T18:10:24.455" v="2267" actId="790"/>
        <pc:sldMkLst>
          <pc:docMk/>
          <pc:sldMk cId="77626630" sldId="306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77626630" sldId="306"/>
            <ac:spMk id="2" creationId="{EC32CBEB-84E2-C2A5-11F5-65210C9D297E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77626630" sldId="306"/>
            <ac:spMk id="3" creationId="{C14ACBB9-FF44-B7ED-8F83-AC7C4179DD9B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77626630" sldId="306"/>
            <ac:spMk id="4" creationId="{1E55E049-2F73-23C3-77A5-E19252E56F06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77626630" sldId="306"/>
            <ac:spMk id="5" creationId="{2D37136E-9378-F190-BFEC-2359DB24F007}"/>
          </ac:spMkLst>
        </pc:spChg>
      </pc:sldChg>
      <pc:sldChg chg="modSp mod">
        <pc:chgData name="gustavo garcia melero" userId="4215355ab1a09d77" providerId="LiveId" clId="{BD874B2C-7DBF-401E-91C1-3A042633B801}" dt="2026-08-23T18:10:24.455" v="2267" actId="790"/>
        <pc:sldMkLst>
          <pc:docMk/>
          <pc:sldMk cId="948314913" sldId="307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948314913" sldId="307"/>
            <ac:spMk id="2" creationId="{9F5BFC01-162A-995D-7D08-78F5A46F6474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948314913" sldId="307"/>
            <ac:spMk id="3" creationId="{975C4C81-1F4A-204D-D417-7E5482991472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948314913" sldId="307"/>
            <ac:spMk id="4" creationId="{F74F85B0-50B0-0383-8CFA-27EF324875DD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948314913" sldId="307"/>
            <ac:spMk id="5" creationId="{A3992CD9-1344-FB91-B443-29E83B9B0A21}"/>
          </ac:spMkLst>
        </pc:spChg>
      </pc:sldChg>
      <pc:sldChg chg="modSp mod">
        <pc:chgData name="gustavo garcia melero" userId="4215355ab1a09d77" providerId="LiveId" clId="{BD874B2C-7DBF-401E-91C1-3A042633B801}" dt="2026-08-23T18:14:40.356" v="2292" actId="255"/>
        <pc:sldMkLst>
          <pc:docMk/>
          <pc:sldMk cId="6252379" sldId="315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6252379" sldId="315"/>
            <ac:spMk id="2" creationId="{429712ED-C5C8-8781-1CAD-5113D143E7B9}"/>
          </ac:spMkLst>
        </pc:spChg>
        <pc:spChg chg="mod">
          <ac:chgData name="gustavo garcia melero" userId="4215355ab1a09d77" providerId="LiveId" clId="{BD874B2C-7DBF-401E-91C1-3A042633B801}" dt="2026-08-23T18:14:40.356" v="2292" actId="255"/>
          <ac:spMkLst>
            <pc:docMk/>
            <pc:sldMk cId="6252379" sldId="315"/>
            <ac:spMk id="3" creationId="{2D23EA86-9EEB-5DE7-1248-5AF17116FC6D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6252379" sldId="315"/>
            <ac:spMk id="4" creationId="{F50C7A44-6A2F-F5CD-91DF-F2364848063F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6252379" sldId="315"/>
            <ac:spMk id="5" creationId="{D78A1403-1672-9DE7-F81E-A3FD8DFFCDE9}"/>
          </ac:spMkLst>
        </pc:spChg>
      </pc:sldChg>
      <pc:sldChg chg="modSp add mod ord">
        <pc:chgData name="gustavo garcia melero" userId="4215355ab1a09d77" providerId="LiveId" clId="{BD874B2C-7DBF-401E-91C1-3A042633B801}" dt="2026-08-23T18:10:24.455" v="2267" actId="790"/>
        <pc:sldMkLst>
          <pc:docMk/>
          <pc:sldMk cId="1974783728" sldId="317"/>
        </pc:sldMkLst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1974783728" sldId="317"/>
            <ac:spMk id="2" creationId="{5880374A-7F78-E1B3-59FC-36FC7DAC287A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1974783728" sldId="317"/>
            <ac:spMk id="3" creationId="{9DD5EA25-69D4-9953-61F6-58D700B61D4F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1974783728" sldId="317"/>
            <ac:spMk id="4" creationId="{DC8707B4-CB62-A2B7-FCC5-2AD2BBD725F4}"/>
          </ac:spMkLst>
        </pc:spChg>
        <pc:spChg chg="mod">
          <ac:chgData name="gustavo garcia melero" userId="4215355ab1a09d77" providerId="LiveId" clId="{BD874B2C-7DBF-401E-91C1-3A042633B801}" dt="2026-08-23T18:10:24.455" v="2267" actId="790"/>
          <ac:spMkLst>
            <pc:docMk/>
            <pc:sldMk cId="1974783728" sldId="317"/>
            <ac:spMk id="5" creationId="{EB358AC3-4612-8F32-1113-695FF130B05E}"/>
          </ac:spMkLst>
        </pc:spChg>
      </pc:sldChg>
      <pc:sldChg chg="modSp add del mod">
        <pc:chgData name="gustavo garcia melero" userId="4215355ab1a09d77" providerId="LiveId" clId="{BD874B2C-7DBF-401E-91C1-3A042633B801}" dt="2026-08-24T01:51:46.089" v="2360" actId="47"/>
        <pc:sldMkLst>
          <pc:docMk/>
          <pc:sldMk cId="770045371" sldId="319"/>
        </pc:sldMkLst>
      </pc:sldChg>
      <pc:sldChg chg="add">
        <pc:chgData name="gustavo garcia melero" userId="4215355ab1a09d77" providerId="LiveId" clId="{BD874B2C-7DBF-401E-91C1-3A042633B801}" dt="2026-08-24T01:51:43.569" v="2359"/>
        <pc:sldMkLst>
          <pc:docMk/>
          <pc:sldMk cId="3403723367" sldId="32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9356B-A2B8-42DC-9F92-3E4D22BA798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3A8593-4A37-446A-A597-62B73EB7EF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63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white, street&#10;&#10;Description automatically generated">
            <a:extLst>
              <a:ext uri="{FF2B5EF4-FFF2-40B4-BE49-F238E27FC236}">
                <a16:creationId xmlns:a16="http://schemas.microsoft.com/office/drawing/2014/main" id="{F7EC3544-21CC-3645-8030-220B3D79CF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4D1807-F8D8-7449-A2AF-21E9B7F9D6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8603" y="1469764"/>
            <a:ext cx="10094794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50332F-7579-A142-B68B-DFC4D65188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767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8487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white, street&#10;&#10;Description automatically generated">
            <a:extLst>
              <a:ext uri="{FF2B5EF4-FFF2-40B4-BE49-F238E27FC236}">
                <a16:creationId xmlns:a16="http://schemas.microsoft.com/office/drawing/2014/main" id="{32DA1EB1-6D72-A54A-8497-764D174E1B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750332F-7579-A142-B68B-DFC4D65188B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754373"/>
            <a:ext cx="9144000" cy="391906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65746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299" y="681036"/>
            <a:ext cx="8826500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54F6-9672-814B-939D-1644FFD1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22CB-1017-BF43-971C-EDA1073E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858B-1DC4-2147-9A3A-6A7A84AE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A5A0E7-32FE-CF45-A542-7C98D0100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27299" y="1825627"/>
            <a:ext cx="8826501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0635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58962-179B-6542-912A-D199F7A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26" y="1709738"/>
            <a:ext cx="8978324" cy="2852737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326E-DB3E-1D45-BEE0-2E1470A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9126" y="4589463"/>
            <a:ext cx="897832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3633-D292-774E-AF77-DCFE3B7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71E-D3D1-C940-8E8B-08AE5A5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3FB2-24BC-E04B-9C2E-9215EA79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777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85FC-7DAD-FC48-B5BD-DDB2CC24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7138-E185-5F45-83BB-BF10692A6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9125" y="1825625"/>
            <a:ext cx="4346943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0131-FD72-314B-A435-F7B1A18D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0CBEB-9133-A143-9F7C-D487A96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89F4-BA5A-6444-8882-E37D996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739BEF-D14E-F44B-8FC8-BF861D50DE3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006856" y="1825625"/>
            <a:ext cx="4346943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218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8BF92-A1DE-FC43-824F-0750905EA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6856" y="1825625"/>
            <a:ext cx="4348532" cy="6794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0121-F425-3447-ABCA-072C9636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3859-289A-214B-959A-59FFCD3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79F9E-9EF2-9F4E-9624-CF2957E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6DB105-FCB6-D340-B434-AFC3CA7D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26" y="681036"/>
            <a:ext cx="8984673" cy="10096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EB006-F0BF-DF45-917F-778CF2C1A0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006856" y="2640013"/>
            <a:ext cx="4346943" cy="35369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BFD1B88-08C3-744E-A7F9-F7D44DD6F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69126" y="1825625"/>
            <a:ext cx="4348532" cy="6794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D1DBC57-C5C9-BC49-B3B5-8D7764ECB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369126" y="2640013"/>
            <a:ext cx="4346943" cy="35369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45862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75343957-82E2-4B4A-912C-3226992323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26" y="852775"/>
            <a:ext cx="8984673" cy="10096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AC26-728E-E341-87F9-F0FFE7698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9126" y="1963881"/>
            <a:ext cx="8984674" cy="421308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54F6-9672-814B-939D-1644FFD1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22CB-1017-BF43-971C-EDA1073E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858B-1DC4-2147-9A3A-6A7A84AE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88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3AAC55B2-88CD-E940-A4D0-54234D918C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58962-179B-6542-912A-D199F7A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26" y="1709738"/>
            <a:ext cx="8978324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326E-DB3E-1D45-BEE0-2E1470A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69126" y="4589463"/>
            <a:ext cx="897832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3633-D292-774E-AF77-DCFE3B7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71E-D3D1-C940-8E8B-08AE5A5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3FB2-24BC-E04B-9C2E-9215EA79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075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3E19A962-FDC7-A345-B4C6-42AEDEA08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9485FC-7DAD-FC48-B5BD-DDB2CC24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26" y="797442"/>
            <a:ext cx="8984673" cy="8932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7138-E185-5F45-83BB-BF10692A6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369125" y="1825625"/>
            <a:ext cx="434694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0131-FD72-314B-A435-F7B1A18D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0CBEB-9133-A143-9F7C-D487A96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89F4-BA5A-6444-8882-E37D996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8739BEF-D14E-F44B-8FC8-BF861D50DE39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006856" y="1825625"/>
            <a:ext cx="4346943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957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4">
            <a:extLst>
              <a:ext uri="{FF2B5EF4-FFF2-40B4-BE49-F238E27FC236}">
                <a16:creationId xmlns:a16="http://schemas.microsoft.com/office/drawing/2014/main" id="{883B0806-1C70-5043-9BE1-E221F1ECD4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B8BF92-A1DE-FC43-824F-0750905EA5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06856" y="1825625"/>
            <a:ext cx="4348532" cy="6794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0121-F425-3447-ABCA-072C9636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3859-289A-214B-959A-59FFCD3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79F9E-9EF2-9F4E-9624-CF2957E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EB006-F0BF-DF45-917F-778CF2C1A0F5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006856" y="2640013"/>
            <a:ext cx="4346943" cy="35369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BFD1B88-08C3-744E-A7F9-F7D44DD6F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69126" y="1825625"/>
            <a:ext cx="4348532" cy="6794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D1DBC57-C5C9-BC49-B3B5-8D7764ECBF9F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2369126" y="2640013"/>
            <a:ext cx="4346943" cy="353694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4E8660B-9298-E248-87BA-485866532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9126" y="797442"/>
            <a:ext cx="8984673" cy="893245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749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9805AC-82AD-404A-B3FC-0B836A2F77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4" y="681036"/>
            <a:ext cx="10687755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E254F6-9672-814B-939D-1644FFD183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6044" y="6377783"/>
            <a:ext cx="19950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922CB-1017-BF43-971C-EDA1073E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3027" y="637778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858B-1DC4-2147-9A3A-6A7A84AE3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A5A0E7-32FE-CF45-A542-7C98D0100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45" y="1825627"/>
            <a:ext cx="10687756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32191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2A2E19-7633-F14C-8504-EB5B43A0BB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C58962-179B-6542-912A-D199F7A64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4" y="1709738"/>
            <a:ext cx="10681405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2326E-DB3E-1D45-BEE0-2E1470A1CC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044" y="4589463"/>
            <a:ext cx="10681406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D3633-D292-774E-AF77-DCFE3B7B58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6044" y="6383254"/>
            <a:ext cx="199505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0271E-D3D1-C940-8E8B-08AE5A52C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3027" y="6383255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A3FB2-24BC-E04B-9C2E-9215EA79B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200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692536D-3C72-AA45-B6C9-14848D579D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7B7138-E185-5F45-83BB-BF10692A61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6044" y="1825625"/>
            <a:ext cx="5274736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9485FC-7DAD-FC48-B5BD-DDB2CC24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4" y="681036"/>
            <a:ext cx="10687755" cy="1009651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B0131-FD72-314B-A435-F7B1A18D7D7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6044" y="6377782"/>
            <a:ext cx="19950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0CBEB-9133-A143-9F7C-D487A96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3027" y="637778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589F4-BA5A-6444-8882-E37D99697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E867EF0-BE36-D64E-BB00-35A7C5336B95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079063" y="1825625"/>
            <a:ext cx="5274736" cy="435133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98255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D7CEA33-EEDD-9747-AF01-52FAA18F7D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C70121-F425-3447-ABCA-072C9636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6043" y="6377253"/>
            <a:ext cx="19950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8F3859-289A-214B-959A-59FFCD33F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3026" y="6377252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79F9E-9EF2-9F4E-9624-CF2957EB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06DB105-FCB6-D340-B434-AFC3CA7D8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44" y="681036"/>
            <a:ext cx="10687755" cy="10096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ABFD1B88-08C3-744E-A7F9-F7D44DD6F83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043" y="1824567"/>
            <a:ext cx="5274735" cy="6794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1AD269C-BA53-114A-98B5-479CD3C0EF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66044" y="2640013"/>
            <a:ext cx="5274736" cy="3536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A316CD7A-9881-8D43-9E01-B086422645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79064" y="1824567"/>
            <a:ext cx="5274735" cy="6794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E2B8DAD-5100-8540-93CB-DE56F548EF87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079065" y="2640013"/>
            <a:ext cx="5274736" cy="353695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5032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lat screen television&#10;&#10;Description automatically generated">
            <a:extLst>
              <a:ext uri="{FF2B5EF4-FFF2-40B4-BE49-F238E27FC236}">
                <a16:creationId xmlns:a16="http://schemas.microsoft.com/office/drawing/2014/main" id="{84C3F7E3-BCB0-7640-A2F7-1DF59BF111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" y="681036"/>
            <a:ext cx="10639646" cy="10096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EAC26-728E-E341-87F9-F0FFE7698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6177" y="1825625"/>
            <a:ext cx="10639645" cy="35023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176" y="5462940"/>
            <a:ext cx="19950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546293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5462938"/>
            <a:ext cx="2743200" cy="365125"/>
          </a:xfrm>
        </p:spPr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2250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flat screen television&#10;&#10;Description automatically generated">
            <a:extLst>
              <a:ext uri="{FF2B5EF4-FFF2-40B4-BE49-F238E27FC236}">
                <a16:creationId xmlns:a16="http://schemas.microsoft.com/office/drawing/2014/main" id="{A2ECD31C-D950-C145-9EDF-FEF5C2ACD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176" y="5462940"/>
            <a:ext cx="19950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546293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5462938"/>
            <a:ext cx="2743200" cy="365125"/>
          </a:xfrm>
        </p:spPr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93C34E7-074F-DF4D-8D17-4D0DF6E6396D}"/>
              </a:ext>
            </a:extLst>
          </p:cNvPr>
          <p:cNvSpPr txBox="1">
            <a:spLocks/>
          </p:cNvSpPr>
          <p:nvPr userDrawn="1"/>
        </p:nvSpPr>
        <p:spPr>
          <a:xfrm>
            <a:off x="776176" y="1448151"/>
            <a:ext cx="8978324" cy="28527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3F99976-12BE-094B-95EE-565DAE0B67D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776176" y="4327876"/>
            <a:ext cx="8978324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22C74DB-01E2-6547-8EAB-72C6FB503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" y="1421163"/>
            <a:ext cx="8978324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2843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flat screen television&#10;&#10;Description automatically generated">
            <a:extLst>
              <a:ext uri="{FF2B5EF4-FFF2-40B4-BE49-F238E27FC236}">
                <a16:creationId xmlns:a16="http://schemas.microsoft.com/office/drawing/2014/main" id="{0A6E7507-5090-824D-B32A-C3175E846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" y="681036"/>
            <a:ext cx="10639646" cy="10096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176" y="5462940"/>
            <a:ext cx="19950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546293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5462938"/>
            <a:ext cx="2743200" cy="365125"/>
          </a:xfrm>
        </p:spPr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E07BB8-6FB3-6B49-B311-C35752AEEB0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76176" y="1820853"/>
            <a:ext cx="5167424" cy="34741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341D5FE-2AE3-E54A-98FE-FEBE932653B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48398" y="1820852"/>
            <a:ext cx="5167424" cy="347416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344799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flat screen television&#10;&#10;Description automatically generated">
            <a:extLst>
              <a:ext uri="{FF2B5EF4-FFF2-40B4-BE49-F238E27FC236}">
                <a16:creationId xmlns:a16="http://schemas.microsoft.com/office/drawing/2014/main" id="{68E27A7F-03B6-FE42-93AE-110B40A2EB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9E4696-BA1E-8C4A-B286-B1FF16817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176" y="681036"/>
            <a:ext cx="10639646" cy="100965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FA832D60-F93C-254C-8490-AC31B75DF4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176" y="5462940"/>
            <a:ext cx="19950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ED401C78-F7BE-4248-BD96-72E3667A5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5462939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5462938"/>
            <a:ext cx="2743200" cy="365125"/>
          </a:xfrm>
        </p:spPr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1E07BB8-6FB3-6B49-B311-C35752AEEB07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76176" y="2509339"/>
            <a:ext cx="5167424" cy="27856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6AD6586F-30C2-E74C-B316-A00C3A440C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6176" y="1820852"/>
            <a:ext cx="5167423" cy="5205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3994630-1A7C-0E48-9EB9-646689FAE4A8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248402" y="2509339"/>
            <a:ext cx="5167424" cy="278567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18CDBBEF-A227-1349-8830-67A6FDDCB02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48402" y="1820852"/>
            <a:ext cx="5167423" cy="52056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52825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7C5D7452-52C1-B242-B10C-3827C3C38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4000" y="5462938"/>
            <a:ext cx="2743200" cy="365125"/>
          </a:xfrm>
        </p:spPr>
        <p:txBody>
          <a:bodyPr/>
          <a:lstStyle/>
          <a:p>
            <a:fld id="{4F870C32-7B94-4143-8371-01CA96E87D1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Picture 4" descr="A picture containing monitor, indoor, television, sitting&#10;&#10;Description automatically generated">
            <a:extLst>
              <a:ext uri="{FF2B5EF4-FFF2-40B4-BE49-F238E27FC236}">
                <a16:creationId xmlns:a16="http://schemas.microsoft.com/office/drawing/2014/main" id="{167C3926-7944-C34E-AC8E-400C26FF9D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6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sitting, refrigerator, monitor, black&#10;&#10;Description automatically generated">
            <a:extLst>
              <a:ext uri="{FF2B5EF4-FFF2-40B4-BE49-F238E27FC236}">
                <a16:creationId xmlns:a16="http://schemas.microsoft.com/office/drawing/2014/main" id="{2C10BC62-8949-CD4E-AF05-641F1C068AEF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385857-43F8-AB45-9518-DB53B5829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7299" y="681036"/>
            <a:ext cx="8826500" cy="10096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85A61-6D11-864F-875B-FB7C6EE9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27300" y="1825625"/>
            <a:ext cx="88265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268AF-4E6E-9345-B419-18CCA427CA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69126" y="6383256"/>
            <a:ext cx="19950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881BB-D0C5-A04C-A7C1-B0430CCEB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75908" y="63832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1F17D-8E1D-A444-9A1D-4324ABF44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19754" y="63832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70C32-7B94-4143-8371-01CA96E87D1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88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50" r:id="rId3"/>
    <p:sldLayoutId id="2147483651" r:id="rId4"/>
    <p:sldLayoutId id="2147483652" r:id="rId5"/>
    <p:sldLayoutId id="2147483653" r:id="rId6"/>
    <p:sldLayoutId id="2147483660" r:id="rId7"/>
    <p:sldLayoutId id="2147483663" r:id="rId8"/>
    <p:sldLayoutId id="2147483664" r:id="rId9"/>
    <p:sldLayoutId id="2147483665" r:id="rId10"/>
    <p:sldLayoutId id="2147483670" r:id="rId11"/>
    <p:sldLayoutId id="2147483673" r:id="rId12"/>
    <p:sldLayoutId id="2147483671" r:id="rId13"/>
    <p:sldLayoutId id="2147483672" r:id="rId14"/>
    <p:sldLayoutId id="2147483661" r:id="rId15"/>
    <p:sldLayoutId id="2147483666" r:id="rId16"/>
    <p:sldLayoutId id="2147483667" r:id="rId17"/>
    <p:sldLayoutId id="2147483668" r:id="rId18"/>
    <p:sldLayoutId id="2147483662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248" userDrawn="1">
          <p15:clr>
            <a:srgbClr val="F26B43"/>
          </p15:clr>
        </p15:guide>
        <p15:guide id="2" pos="74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gustavogarciamelerophd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fiu.simplesyllabus.com/doc/jvs3mxiwp/Fall-Term-2026-CAI-4105-U01-Introduction-to-Machine-Learning?mode=view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l5AUOqD7uK-jCStifLMd30DBf8nL_irSgCM7mhbr2ORz8Ig/viewform?usp=header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ndas.pydata.org/pandas-docs/stable/index.html" TargetMode="External"/><Relationship Id="rId2" Type="http://schemas.openxmlformats.org/officeDocument/2006/relationships/hyperlink" Target="https://datadryad.org/dataset/doi%3A10.5061/dryad.vt4b8gtvf?utm_source=chatgpt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andas.pydata.org/Pandas_Cheat_Sheet.pdf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8454-C606-9944-8CCF-484BBB244D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noProof="0" dirty="0"/>
              <a:t>CAI 4105</a:t>
            </a:r>
            <a:br>
              <a:rPr lang="en-US" sz="4400" noProof="0" dirty="0"/>
            </a:br>
            <a:r>
              <a:rPr lang="en-US" sz="4400" noProof="0" dirty="0"/>
              <a:t>Introduction to Machine Learning</a:t>
            </a:r>
            <a:br>
              <a:rPr lang="en-US" sz="4400" noProof="0" dirty="0"/>
            </a:br>
            <a:endParaRPr lang="en-US" sz="44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1D8B7-7FCC-D244-8FFB-231BA224D1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Module 1. Introduction</a:t>
            </a:r>
          </a:p>
          <a:p>
            <a:endParaRPr lang="en-US" noProof="0" dirty="0"/>
          </a:p>
          <a:p>
            <a:r>
              <a:rPr lang="en-US" b="1" noProof="0" dirty="0"/>
              <a:t>Dr. Gustavo Garcia Melero</a:t>
            </a:r>
          </a:p>
        </p:txBody>
      </p:sp>
    </p:spTree>
    <p:extLst>
      <p:ext uri="{BB962C8B-B14F-4D97-AF65-F5344CB8AC3E}">
        <p14:creationId xmlns:p14="http://schemas.microsoft.com/office/powerpoint/2010/main" val="713084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D51F18-72C6-8749-B37E-5CE9CC4653A6}"/>
              </a:ext>
            </a:extLst>
          </p:cNvPr>
          <p:cNvSpPr/>
          <p:nvPr/>
        </p:nvSpPr>
        <p:spPr>
          <a:xfrm>
            <a:off x="1326994" y="845749"/>
            <a:ext cx="5351208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6CFC2-9545-0A41-AC7D-59004A63B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2BDBC-5038-774F-98F4-5BBC86BC5C6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56175"/>
            <a:ext cx="8984674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noProof="0" dirty="0"/>
              <a:t>Introductions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noProof="0" dirty="0"/>
              <a:t>Course overview: 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Teaching philosophy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Syllabus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noProof="0" dirty="0"/>
              <a:t>Student’s survey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noProof="0" dirty="0"/>
              <a:t>Installation guide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u="sng" noProof="0" dirty="0"/>
              <a:t>Lab1</a:t>
            </a:r>
            <a:r>
              <a:rPr lang="en-US" sz="1800" noProof="0" dirty="0"/>
              <a:t>: Warm-up Jupyter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800" noProof="0" dirty="0"/>
              <a:t>Action items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5D4F3-7F47-D3D2-26C9-9A454E054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1874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40BB6-C6F4-C544-90DA-ADAB2F70EE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700" b="1" noProof="0" dirty="0"/>
              <a:t>Who am I?</a:t>
            </a:r>
          </a:p>
          <a:p>
            <a:pPr lvl="1">
              <a:lnSpc>
                <a:spcPct val="150000"/>
              </a:lnSpc>
            </a:pPr>
            <a:r>
              <a:rPr lang="en-US" sz="1700" noProof="0" dirty="0">
                <a:hlinkClick r:id="rId2"/>
              </a:rPr>
              <a:t>LinkedIn</a:t>
            </a:r>
            <a:endParaRPr lang="en-US" sz="1700" b="1" noProof="0" dirty="0"/>
          </a:p>
          <a:p>
            <a:pPr>
              <a:lnSpc>
                <a:spcPct val="150000"/>
              </a:lnSpc>
            </a:pPr>
            <a:r>
              <a:rPr lang="en-US" sz="1700" b="1" noProof="0" dirty="0"/>
              <a:t>You!</a:t>
            </a:r>
          </a:p>
          <a:p>
            <a:pPr lvl="1">
              <a:lnSpc>
                <a:spcPct val="150000"/>
              </a:lnSpc>
            </a:pPr>
            <a:r>
              <a:rPr lang="en-US" sz="1700" noProof="0" dirty="0"/>
              <a:t>What’s your name?</a:t>
            </a:r>
          </a:p>
          <a:p>
            <a:pPr lvl="1">
              <a:lnSpc>
                <a:spcPct val="150000"/>
              </a:lnSpc>
            </a:pPr>
            <a:r>
              <a:rPr lang="en-US" sz="1700" noProof="0" dirty="0"/>
              <a:t>Where are you from?</a:t>
            </a:r>
          </a:p>
          <a:p>
            <a:pPr lvl="1">
              <a:lnSpc>
                <a:spcPct val="150000"/>
              </a:lnSpc>
            </a:pPr>
            <a:r>
              <a:rPr lang="en-US" sz="1700" noProof="0" dirty="0"/>
              <a:t>What’s your major?</a:t>
            </a:r>
          </a:p>
          <a:p>
            <a:pPr lvl="1">
              <a:lnSpc>
                <a:spcPct val="150000"/>
              </a:lnSpc>
            </a:pPr>
            <a:r>
              <a:rPr lang="en-US" sz="1700" noProof="0" dirty="0"/>
              <a:t>Can you describe a machine learning project on which you </a:t>
            </a:r>
            <a:r>
              <a:rPr lang="en-US" sz="1700" noProof="0"/>
              <a:t>have been </a:t>
            </a:r>
            <a:r>
              <a:rPr lang="en-US" sz="1700" noProof="0" dirty="0"/>
              <a:t>working, if any?</a:t>
            </a:r>
          </a:p>
          <a:p>
            <a:pPr lvl="1">
              <a:lnSpc>
                <a:spcPct val="150000"/>
              </a:lnSpc>
            </a:pPr>
            <a:r>
              <a:rPr lang="en-US" sz="1700" noProof="0" dirty="0"/>
              <a:t>Anything else you want to share with the group….?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AA635A-20B4-9544-90C9-6B2A261EEC00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3B925-23EF-CF4A-A0DA-746E57A79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1-Introductions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8CE9DA-EA27-E233-32F9-36610FF0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8281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F6A1C-213D-9C96-11BA-99C3EE211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669A3-B2A4-D259-D352-3A850731CF7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noProof="0" dirty="0"/>
              <a:t>My teaching philosophy centers on student success</a:t>
            </a:r>
            <a:r>
              <a:rPr lang="en-US" sz="1800" b="1" noProof="0" dirty="0"/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Understand students' technical background and interests </a:t>
            </a:r>
            <a:r>
              <a:rPr lang="en-US" noProof="0" dirty="0">
                <a:solidFill>
                  <a:srgbClr val="FF0000"/>
                </a:solidFill>
              </a:rPr>
              <a:t>(Student’s survey)</a:t>
            </a:r>
            <a:endParaRPr lang="en-US" noProof="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Hands-on courses closely linked to real-world applications </a:t>
            </a:r>
            <a:r>
              <a:rPr lang="en-US" noProof="0" dirty="0">
                <a:solidFill>
                  <a:srgbClr val="FF0000"/>
                </a:solidFill>
              </a:rPr>
              <a:t>(Weekly labs)</a:t>
            </a:r>
            <a:endParaRPr lang="en-US" noProof="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Promote critical thinking </a:t>
            </a:r>
            <a:r>
              <a:rPr lang="en-US" noProof="0" dirty="0">
                <a:solidFill>
                  <a:srgbClr val="FF0000"/>
                </a:solidFill>
              </a:rPr>
              <a:t>(Discussions)</a:t>
            </a:r>
            <a:endParaRPr lang="en-US" noProof="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Enjoy the learning process and foster lifelong learning skills </a:t>
            </a:r>
            <a:r>
              <a:rPr lang="en-US" noProof="0" dirty="0">
                <a:solidFill>
                  <a:srgbClr val="FF0000"/>
                </a:solidFill>
              </a:rPr>
              <a:t>(No punishment)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noProof="0" dirty="0"/>
              <a:t>Promote professional awareness </a:t>
            </a:r>
            <a:r>
              <a:rPr lang="en-US" noProof="0" dirty="0">
                <a:solidFill>
                  <a:srgbClr val="FF0000"/>
                </a:solidFill>
              </a:rPr>
              <a:t>(Ownership &amp; Accountability)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610220-0847-D365-2FE8-604DF06D4E9C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C3F1E-4A4D-B4B3-BFBB-C28AE0D38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2-Course overview</a:t>
            </a:r>
            <a:endParaRPr lang="en-US" sz="3600" noProof="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EE39D-B74A-8C33-4E73-EF0EE2B68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9461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21149-98B0-F0C1-A2F8-CF1CC5592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ACBB9-FF44-B7ED-8F83-AC7C4179DD9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noProof="0" dirty="0">
                <a:hlinkClick r:id="rId2"/>
              </a:rPr>
              <a:t>Syllabus</a:t>
            </a:r>
            <a:endParaRPr lang="en-US" sz="1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55E049-2F73-23C3-77A5-E19252E56F06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2CBEB-84E2-C2A5-11F5-65210C9D2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bg1"/>
                </a:solidFill>
              </a:rPr>
              <a:t>2-Course overview</a:t>
            </a:r>
            <a:endParaRPr lang="en-US" sz="3600" noProof="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37136E-9378-F190-BFEC-2359DB24F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762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99957-BD2C-8346-AB30-AD17738C4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Final Projects - Relevant dates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DF1B5242-F5B9-B14A-AFF2-BD1A4F89C4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6684331"/>
              </p:ext>
            </p:extLst>
          </p:nvPr>
        </p:nvGraphicFramePr>
        <p:xfrm>
          <a:off x="744100" y="1690687"/>
          <a:ext cx="11064240" cy="3774282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932320914"/>
                    </a:ext>
                  </a:extLst>
                </a:gridCol>
              </a:tblGrid>
              <a:tr h="629047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  <a:endParaRPr lang="en-US" sz="24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Deadline</a:t>
                      </a:r>
                      <a:endParaRPr lang="en-US" sz="2400" noProof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noProof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Action item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Team members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September 6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Email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Create repo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September 20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Repo invite GitHub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First challenge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October 4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Team repo with all the files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Second challenge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November 15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Team repo with all the files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047"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Third challenge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December 10</a:t>
                      </a:r>
                    </a:p>
                  </a:txBody>
                  <a:tcPr marL="83127" marR="8312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>
                          <a:solidFill>
                            <a:schemeClr val="tx1"/>
                          </a:solidFill>
                        </a:rPr>
                        <a:t>Team repo with all the files</a:t>
                      </a:r>
                    </a:p>
                  </a:txBody>
                  <a:tcPr marL="83127" marR="8312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FAB0F1-6545-9B95-282F-F947D2A5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82790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343B9-B967-92BB-EF62-779C98A86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5EA25-69D4-9953-61F6-58D700B61D4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noProof="0" dirty="0">
                <a:hlinkClick r:id="rId2"/>
              </a:rPr>
              <a:t>Survey</a:t>
            </a:r>
            <a:endParaRPr lang="en-US" sz="1800" b="1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8707B4-CB62-A2B7-FCC5-2AD2BBD725F4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80374A-7F78-E1B3-59FC-36FC7DAC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3-Student’s survey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58AC3-4612-8F32-1113-695FF130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74783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9E349-6BEF-764A-39A2-035EE2394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4C81-1F4A-204D-D417-7E548299147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noProof="0" dirty="0"/>
              <a:t>Installation guide</a:t>
            </a:r>
            <a:r>
              <a:rPr lang="en-US" sz="1800" noProof="0" dirty="0"/>
              <a:t> (see in Canvas)</a:t>
            </a:r>
            <a:endParaRPr lang="en-US" sz="1600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4F85B0-50B0-0383-8CFA-27EF324875DD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BFC01-162A-995D-7D08-78F5A46F6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4-Installation guide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992CD9-1344-FB91-B443-29E83B9B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48314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D7FC4-CDC5-FE6C-B2CF-A9CF3912F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3EA86-9EEB-5DE7-1248-5AF17116FC6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b="1" noProof="0" dirty="0"/>
              <a:t>Data Science problem:</a:t>
            </a:r>
            <a:r>
              <a:rPr lang="en-US" sz="1800" noProof="0" dirty="0"/>
              <a:t> You are working at a research center. Five minutes before a meeting, your manager forwards you a dataset. During the meeting, your manager begins asking questions without prior notice.</a:t>
            </a:r>
          </a:p>
          <a:p>
            <a:pPr>
              <a:lnSpc>
                <a:spcPct val="150000"/>
              </a:lnSpc>
            </a:pPr>
            <a:r>
              <a:rPr lang="en-US" sz="1800" b="1" noProof="0" dirty="0"/>
              <a:t>Data source: </a:t>
            </a:r>
            <a:r>
              <a:rPr lang="en-US" sz="1800" noProof="0" dirty="0">
                <a:hlinkClick r:id="rId2"/>
              </a:rPr>
              <a:t>FishShapes v1: functionally relevant measurements of teleost shape and size on three dimensions</a:t>
            </a:r>
            <a:endParaRPr lang="en-US" sz="1800" noProof="0" dirty="0"/>
          </a:p>
          <a:p>
            <a:pPr>
              <a:lnSpc>
                <a:spcPct val="150000"/>
              </a:lnSpc>
            </a:pPr>
            <a:r>
              <a:rPr lang="en-US" sz="1800" b="1" noProof="0" dirty="0">
                <a:hlinkClick r:id="rId3"/>
              </a:rPr>
              <a:t>Pandas</a:t>
            </a:r>
            <a:r>
              <a:rPr lang="en-US" sz="1800" b="1" noProof="0" dirty="0"/>
              <a:t>: </a:t>
            </a:r>
            <a:r>
              <a:rPr lang="en-US" sz="1800" noProof="0" dirty="0"/>
              <a:t>Fast, powerful, flexible and easy-to-use open-source data analysis and manipulation package (</a:t>
            </a:r>
            <a:r>
              <a:rPr lang="en-US" sz="1800" noProof="0" dirty="0">
                <a:hlinkClick r:id="rId4"/>
              </a:rPr>
              <a:t>Cheat Sheet</a:t>
            </a:r>
            <a:r>
              <a:rPr lang="en-US" sz="1800" noProof="0" dirty="0"/>
              <a:t>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0C7A44-6A2F-F5CD-91DF-F2364848063F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9712ED-C5C8-8781-1CAD-5113D143E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noProof="0" dirty="0">
                <a:solidFill>
                  <a:schemeClr val="bg1"/>
                </a:solidFill>
              </a:rPr>
              <a:t>5-</a:t>
            </a:r>
            <a:r>
              <a:rPr lang="en-US" sz="3600" u="sng" noProof="0" dirty="0">
                <a:solidFill>
                  <a:schemeClr val="bg1"/>
                </a:solidFill>
              </a:rPr>
              <a:t>Lab 1</a:t>
            </a:r>
            <a:r>
              <a:rPr lang="en-US" sz="3600" noProof="0" dirty="0">
                <a:solidFill>
                  <a:schemeClr val="bg1"/>
                </a:solidFill>
              </a:rPr>
              <a:t>: Warm-up Jupyter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A1403-1672-9DE7-F81E-A3FD8DFFC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25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E2E7-3950-A162-F39A-3C0DA58A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993B4-FC54-2193-7EAC-8FEBDA7CAA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577470" y="1749038"/>
            <a:ext cx="9670474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b="1" noProof="0" dirty="0"/>
              <a:t>Student’s Survey </a:t>
            </a:r>
            <a:r>
              <a:rPr lang="en-US" sz="2400" b="1" noProof="0" dirty="0">
                <a:cs typeface="Arial" panose="020B0604020202020204"/>
              </a:rPr>
              <a:t>— </a:t>
            </a:r>
            <a:r>
              <a:rPr lang="en-US" sz="2400" noProof="0" dirty="0">
                <a:cs typeface="Arial" panose="020B0604020202020204"/>
              </a:rPr>
              <a:t>Deadline is August 31, 11:59 PM</a:t>
            </a:r>
            <a:endParaRPr lang="en-US" sz="2400" b="1" noProof="0" dirty="0"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400" b="1" noProof="0" dirty="0">
                <a:solidFill>
                  <a:srgbClr val="071F3E"/>
                </a:solidFill>
                <a:cs typeface="Arial" panose="020B0604020202020204"/>
              </a:rPr>
              <a:t>Software setup </a:t>
            </a:r>
            <a:r>
              <a:rPr lang="en-US" sz="2400" b="1" noProof="0" dirty="0">
                <a:cs typeface="Arial" panose="020B0604020202020204"/>
              </a:rPr>
              <a:t>— </a:t>
            </a:r>
            <a:r>
              <a:rPr lang="en-US" sz="2400" noProof="0" dirty="0">
                <a:cs typeface="Arial" panose="020B0604020202020204"/>
              </a:rPr>
              <a:t>Install software before next meeting</a:t>
            </a:r>
            <a:endParaRPr lang="en-US" sz="2400" i="1" noProof="0" dirty="0">
              <a:solidFill>
                <a:srgbClr val="071F3E"/>
              </a:solidFill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400" b="1" noProof="0" dirty="0">
                <a:cs typeface="Arial" panose="020B0604020202020204"/>
              </a:rPr>
              <a:t>Team members — </a:t>
            </a:r>
            <a:r>
              <a:rPr lang="en-US" sz="2400" noProof="0" dirty="0">
                <a:cs typeface="Arial" panose="020B0604020202020204"/>
              </a:rPr>
              <a:t>Deadline is September 6, 11:59 PM</a:t>
            </a:r>
            <a:endParaRPr lang="en-US" sz="2400" noProof="0" dirty="0">
              <a:solidFill>
                <a:srgbClr val="000000"/>
              </a:solidFill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en-US" sz="2400" b="1" noProof="0" dirty="0">
                <a:solidFill>
                  <a:srgbClr val="000000"/>
                </a:solidFill>
                <a:cs typeface="Arial" panose="020B0604020202020204"/>
              </a:rPr>
              <a:t>Quiz 1 </a:t>
            </a:r>
            <a:r>
              <a:rPr lang="en-US" sz="2400" b="1" noProof="0" dirty="0">
                <a:cs typeface="Arial" panose="020B0604020202020204"/>
              </a:rPr>
              <a:t>— </a:t>
            </a:r>
            <a:r>
              <a:rPr lang="en-US" sz="2400" noProof="0" dirty="0">
                <a:cs typeface="Arial" panose="020B0604020202020204"/>
              </a:rPr>
              <a:t>Deadline is September 6, 11:59 PM</a:t>
            </a:r>
            <a:endParaRPr lang="en-US" sz="2400" noProof="0" dirty="0">
              <a:solidFill>
                <a:srgbClr val="000000"/>
              </a:solidFill>
              <a:cs typeface="Arial"/>
            </a:endParaRPr>
          </a:p>
          <a:p>
            <a:pPr>
              <a:lnSpc>
                <a:spcPct val="150000"/>
              </a:lnSpc>
            </a:pPr>
            <a:r>
              <a:rPr lang="en-US" sz="2400" b="1" noProof="0" dirty="0">
                <a:solidFill>
                  <a:srgbClr val="071F3E"/>
                </a:solidFill>
                <a:cs typeface="Arial" panose="020B0604020202020204"/>
              </a:rPr>
              <a:t>Topic, Dataset, &amp; Problem </a:t>
            </a:r>
            <a:r>
              <a:rPr lang="en-US" sz="2400" b="1" noProof="0" dirty="0">
                <a:cs typeface="Arial" panose="020B0604020202020204"/>
              </a:rPr>
              <a:t>—</a:t>
            </a:r>
            <a:r>
              <a:rPr lang="en-US" sz="2400" noProof="0" dirty="0">
                <a:solidFill>
                  <a:srgbClr val="071F3E"/>
                </a:solidFill>
                <a:cs typeface="Arial" panose="020B0604020202020204"/>
              </a:rPr>
              <a:t> </a:t>
            </a:r>
            <a:r>
              <a:rPr lang="en-US" sz="2400" noProof="0" dirty="0">
                <a:cs typeface="Arial" panose="020B0604020202020204"/>
              </a:rPr>
              <a:t>Deadline is September 13, 11:59 PM</a:t>
            </a:r>
            <a:endParaRPr lang="en-US" sz="2400" noProof="0" dirty="0">
              <a:solidFill>
                <a:srgbClr val="000000"/>
              </a:solidFill>
              <a:cs typeface="Arial" panose="020B0604020202020204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endParaRPr lang="en-US" sz="3000" noProof="0" dirty="0">
              <a:solidFill>
                <a:srgbClr val="000000"/>
              </a:solidFill>
              <a:cs typeface="Arial"/>
            </a:endParaRPr>
          </a:p>
          <a:p>
            <a:pPr>
              <a:lnSpc>
                <a:spcPct val="150000"/>
              </a:lnSpc>
            </a:pPr>
            <a:endParaRPr lang="en-US" sz="1800" noProof="0" dirty="0">
              <a:cs typeface="Arial" panose="020B0604020202020204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800" noProof="0" dirty="0">
              <a:cs typeface="Arial" panose="020B0604020202020204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A91F73-8874-FE45-2BE8-813C9736D8B6}"/>
              </a:ext>
            </a:extLst>
          </p:cNvPr>
          <p:cNvSpPr/>
          <p:nvPr/>
        </p:nvSpPr>
        <p:spPr>
          <a:xfrm>
            <a:off x="1326993" y="845749"/>
            <a:ext cx="9608587" cy="6802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F821B-BDD7-3912-CCDB-DC8751283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noProof="0" dirty="0">
                <a:solidFill>
                  <a:schemeClr val="bg1"/>
                </a:solidFill>
                <a:cs typeface="Arial"/>
              </a:rPr>
              <a:t>6-Action items</a:t>
            </a:r>
            <a:endParaRPr lang="en-US" sz="3600" noProof="0" dirty="0">
              <a:solidFill>
                <a:schemeClr val="bg1"/>
              </a:solidFill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2C0B2B-A35F-4357-8501-B8D4E8F3C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870C32-7B94-4143-8371-01CA96E87D19}" type="slidenum">
              <a:rPr lang="en-US" noProof="0" smtClean="0"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0367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B8BA2-260C-66A3-598F-C59020529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36199-DA27-0C81-F148-255C623FB6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400" noProof="0" dirty="0"/>
              <a:t>CAI 4105</a:t>
            </a:r>
            <a:br>
              <a:rPr lang="en-US" sz="4400" noProof="0" dirty="0"/>
            </a:br>
            <a:r>
              <a:rPr lang="en-US" sz="4400" noProof="0" dirty="0"/>
              <a:t>Introduction to Machine Learning</a:t>
            </a:r>
            <a:br>
              <a:rPr lang="en-US" sz="4400" noProof="0" dirty="0"/>
            </a:br>
            <a:endParaRPr lang="en-US" sz="44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9B348-0AF3-2886-5993-4F6391CEBB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b="1" noProof="0" dirty="0"/>
              <a:t>Module 1. Introduction</a:t>
            </a:r>
          </a:p>
          <a:p>
            <a:endParaRPr lang="en-US" noProof="0" dirty="0"/>
          </a:p>
          <a:p>
            <a:r>
              <a:rPr lang="en-US" b="1" noProof="0" dirty="0"/>
              <a:t>Dr. Gustavo Garcia Melero</a:t>
            </a:r>
          </a:p>
        </p:txBody>
      </p:sp>
    </p:spTree>
    <p:extLst>
      <p:ext uri="{BB962C8B-B14F-4D97-AF65-F5344CB8AC3E}">
        <p14:creationId xmlns:p14="http://schemas.microsoft.com/office/powerpoint/2010/main" val="3403723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71F3E"/>
      </a:accent1>
      <a:accent2>
        <a:srgbClr val="C4960B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3292392B8BAA41AEA7D6624CED02FE" ma:contentTypeVersion="11" ma:contentTypeDescription="Create a new document." ma:contentTypeScope="" ma:versionID="d88442193bfc970b1618992bce9d92ad">
  <xsd:schema xmlns:xsd="http://www.w3.org/2001/XMLSchema" xmlns:xs="http://www.w3.org/2001/XMLSchema" xmlns:p="http://schemas.microsoft.com/office/2006/metadata/properties" xmlns:ns3="39905cb6-7cff-4be5-859d-6ec4e9985c6d" targetNamespace="http://schemas.microsoft.com/office/2006/metadata/properties" ma:root="true" ma:fieldsID="e3f9e41255944b4c92cfff3b07437dd2" ns3:_="">
    <xsd:import namespace="39905cb6-7cff-4be5-859d-6ec4e9985c6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BillingMetadata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905cb6-7cff-4be5-859d-6ec4e9985c6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C5E01A-3211-4E39-A5AD-6049304795F8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www.w3.org/XML/1998/namespace"/>
    <ds:schemaRef ds:uri="39905cb6-7cff-4be5-859d-6ec4e9985c6d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FBA9DDC-047B-4F7C-A726-FC2AE9B91F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DB5EAB7-6FB5-48D9-94FA-B8F0C1B9A6F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905cb6-7cff-4be5-859d-6ec4e9985c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2562</TotalTime>
  <Words>367</Words>
  <Application>Microsoft Office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Courier New,monospace</vt:lpstr>
      <vt:lpstr>Office Theme</vt:lpstr>
      <vt:lpstr>CAI 4105 Introduction to Machine Learning </vt:lpstr>
      <vt:lpstr>Agenda</vt:lpstr>
      <vt:lpstr>1-Introductions</vt:lpstr>
      <vt:lpstr>2-Course overview</vt:lpstr>
      <vt:lpstr>2-Course overview</vt:lpstr>
      <vt:lpstr>Final Projects - Relevant dates</vt:lpstr>
      <vt:lpstr>3-Student’s survey</vt:lpstr>
      <vt:lpstr>4-Installation guide</vt:lpstr>
      <vt:lpstr>5-Lab 1: Warm-up Jupyter</vt:lpstr>
      <vt:lpstr>6-Action items</vt:lpstr>
      <vt:lpstr>CAI 4105 Introduction to Machine Learning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Andrea Plasencia</dc:creator>
  <cp:lastModifiedBy>gustavo garcia melero</cp:lastModifiedBy>
  <cp:revision>39</cp:revision>
  <dcterms:created xsi:type="dcterms:W3CDTF">2019-06-27T13:29:26Z</dcterms:created>
  <dcterms:modified xsi:type="dcterms:W3CDTF">2026-08-25T02:53:51Z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0x010100B63292392B8BAA41AEA7D6624CED02FE</vt:lpwstr>
  </property>
</Properties>
</file>